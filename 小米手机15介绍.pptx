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16301" y="835075"/>
            <a:ext cx="7254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4000"/>
              </a:spcAft>
              <a:buNone/>
            </a:pPr>
            <a:r>
              <a:rPr lang="en-US" sz="28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655391" y="2558951"/>
            <a:ext cx="390988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600"/>
              </a:spcBef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小米手机 15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310384" y="3930402"/>
            <a:ext cx="257354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影像旗舰 超越期待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762000"/>
          </a:xfrm>
          <a:prstGeom prst="rect">
            <a:avLst/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28588"/>
            <a:ext cx="145079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产品概览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44401" y="952500"/>
            <a:ext cx="4519613" cy="1165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82501" y="952500"/>
            <a:ext cx="0" cy="1165175"/>
          </a:xfrm>
          <a:prstGeom prst="line">
            <a:avLst/>
          </a:prstGeom>
          <a:noFill/>
          <a:ln w="76200">
            <a:solidFill>
              <a:srgbClr val="FF6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4502" y="1181100"/>
            <a:ext cx="40143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全新骁龙8 Gen 3处理器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4502" y="1622375"/>
            <a:ext cx="40143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旗舰芯片，性能提升30%，功耗降低20%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4401" y="2308175"/>
            <a:ext cx="4519613" cy="1165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82501" y="2308175"/>
            <a:ext cx="0" cy="1165175"/>
          </a:xfrm>
          <a:prstGeom prst="line">
            <a:avLst/>
          </a:prstGeom>
          <a:noFill/>
          <a:ln w="76200">
            <a:solidFill>
              <a:srgbClr val="FF6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4502" y="2536775"/>
            <a:ext cx="40143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徕卡专业影像系统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4502" y="2978051"/>
            <a:ext cx="40143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5000万像素主摄 + 75mm徕卡长焦，专业摄影体验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4401" y="3663851"/>
            <a:ext cx="4519613" cy="1165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2501" y="3663851"/>
            <a:ext cx="0" cy="1165175"/>
          </a:xfrm>
          <a:prstGeom prst="line">
            <a:avLst/>
          </a:prstGeom>
          <a:noFill/>
          <a:ln w="76200">
            <a:solidFill>
              <a:srgbClr val="FF6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4502" y="3892451"/>
            <a:ext cx="40143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6.73英寸AMOLED全面屏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4502" y="4333726"/>
            <a:ext cx="40143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2K超清分辨率，120Hz LTPO刷新率，HDR10+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762000"/>
          </a:xfrm>
          <a:prstGeom prst="rect">
            <a:avLst/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28588"/>
            <a:ext cx="145079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核心参数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015901"/>
          <a:ext cx="8127950" cy="355595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</a:tblGrid>
              <a:tr h="395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参数类别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规格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95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处理器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骁龙8 Gen 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5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屏幕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6.73英寸 AMOLED 2K 120Hz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5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主摄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5000万像素 徕卡专业镜头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5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长焦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75mm 徕卡长焦镜头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5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电池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5100mAh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5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充电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120W有线秒充 + 50W无线充电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5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防护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IP68防尘防水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51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系统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MIUI 15（基于Android 14）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1501" cy="762000"/>
          </a:xfrm>
          <a:prstGeom prst="rect">
            <a:avLst/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28588"/>
            <a:ext cx="145079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特色功能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015901"/>
            <a:ext cx="2047280" cy="412759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044476"/>
            <a:ext cx="2047280" cy="0"/>
          </a:xfrm>
          <a:prstGeom prst="line">
            <a:avLst/>
          </a:prstGeom>
          <a:noFill/>
          <a:ln w="57150">
            <a:solidFill>
              <a:srgbClr val="FF6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5401" y="1390501"/>
            <a:ext cx="144062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120W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5401" y="2041327"/>
            <a:ext cx="144062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秒充技术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5401" y="2428577"/>
            <a:ext cx="1440626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有线秒充，18分钟充满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09131" y="1015901"/>
            <a:ext cx="2668042" cy="412759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809131" y="1044476"/>
            <a:ext cx="2668042" cy="0"/>
          </a:xfrm>
          <a:prstGeom prst="line">
            <a:avLst/>
          </a:prstGeom>
          <a:noFill/>
          <a:ln w="57150">
            <a:solidFill>
              <a:srgbClr val="FF6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6581" y="1390501"/>
            <a:ext cx="207380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5100mAh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126581" y="2041327"/>
            <a:ext cx="20738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超大电池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26581" y="2428577"/>
            <a:ext cx="2073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全天候续航无忧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31073" y="1015901"/>
            <a:ext cx="2047280" cy="412759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731073" y="1044476"/>
            <a:ext cx="2047280" cy="0"/>
          </a:xfrm>
          <a:prstGeom prst="line">
            <a:avLst/>
          </a:prstGeom>
          <a:noFill/>
          <a:ln w="57150">
            <a:solidFill>
              <a:srgbClr val="FF6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48524" y="1390501"/>
            <a:ext cx="144062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IP68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048524" y="2041327"/>
            <a:ext cx="144062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防尘防水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48524" y="2428577"/>
            <a:ext cx="14406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专业级防护能力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小米手机15介绍</dc:title>
  <dc:subject>PptxGenJS Presentation</dc:subject>
  <dc:creator>Xiaomi</dc:creator>
  <cp:lastModifiedBy>Xiaomi</cp:lastModifiedBy>
  <cp:revision>1</cp:revision>
  <dcterms:created xsi:type="dcterms:W3CDTF">2026-01-17T03:03:29Z</dcterms:created>
  <dcterms:modified xsi:type="dcterms:W3CDTF">2026-01-17T03:03:29Z</dcterms:modified>
</cp:coreProperties>
</file>