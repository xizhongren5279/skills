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7200" b="1">
                <a:solidFill>
                  <a:srgbClr val="1D1D1F"/>
                </a:solidFill>
              </a:defRPr>
            </a:pPr>
            <a:r>
              <a:t>MacBook Pro</a:t>
            </a:r>
          </a:p>
          <a:p>
            <a:pPr algn="ctr">
              <a:defRPr sz="3200">
                <a:solidFill>
                  <a:srgbClr val="86868B"/>
                </a:solidFill>
              </a:defRPr>
            </a:pPr>
            <a:r>
              <a:t>专业人士的终极工具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MacBook Pro是Apple为专业用户设计的高性能笔记本电脑</a:t>
            </a:r>
          </a:p>
          <a:p>
            <a:pPr lvl="1"/>
            <a:r>
              <a:t>搭载革命性的Apple芯片</a:t>
            </a:r>
          </a:p>
          <a:p>
            <a:pPr lvl="1"/>
            <a:r>
              <a:t>提供14英寸和16英寸两种尺寸</a:t>
            </a:r>
          </a:p>
          <a:p>
            <a:pPr lvl="1"/>
            <a:r>
              <a:t>配备专业级显示屏和音频系统</a:t>
            </a:r>
          </a:p>
          <a:p>
            <a:pPr lvl="1"/>
            <a:r>
              <a:t>为创意工作者和开发者量身打造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M3 Pro 和 M3 Max 芯片</a:t>
            </a:r>
          </a:p>
          <a:p>
            <a:pPr lvl="1"/>
            <a:r>
              <a:t>提供前所未有的性能和能效比</a:t>
            </a:r>
          </a:p>
          <a:p>
            <a:r>
              <a:t>Liquid Retina XDR 显示屏</a:t>
            </a:r>
          </a:p>
          <a:p>
            <a:pPr lvl="1"/>
            <a:r>
              <a:t>最高支持1600尼特峰值亮度</a:t>
            </a:r>
          </a:p>
          <a:p>
            <a:r>
              <a:t>超长电池续航</a:t>
            </a:r>
          </a:p>
          <a:p>
            <a:pPr lvl="1"/>
            <a:r>
              <a:t>最长可达22小时视频播放</a:t>
            </a:r>
          </a:p>
          <a:p>
            <a:r>
              <a:t>丰富的端口选择</a:t>
            </a:r>
          </a:p>
          <a:p>
            <a:pPr lvl="1"/>
            <a:r>
              <a:t>支持Thunderbolt 4、HDMI、SD卡槽和MagSafe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Apple 芯片：性能革命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M3 Pro</a:t>
            </a:r>
          </a:p>
          <a:p>
            <a:pPr lvl="1"/>
            <a:r>
              <a:t>最多12核CPU和18核GPU</a:t>
            </a:r>
          </a:p>
          <a:p>
            <a:pPr lvl="1"/>
            <a:r>
              <a:t>支持最高36GB统一内存</a:t>
            </a:r>
          </a:p>
          <a:p>
            <a:r>
              <a:t>M3 Max</a:t>
            </a:r>
          </a:p>
          <a:p>
            <a:pPr lvl="1"/>
            <a:r>
              <a:t>最多16核CPU和40核GPU</a:t>
            </a:r>
          </a:p>
          <a:p>
            <a:pPr lvl="1"/>
            <a:r>
              <a:t>支持最高128GB统一内存</a:t>
            </a:r>
          </a:p>
          <a:p>
            <a:r>
              <a:t>Neural Engine</a:t>
            </a:r>
          </a:p>
          <a:p>
            <a:pPr lvl="1"/>
            <a:r>
              <a:t>16核神经网络引擎，每秒18万亿次运算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Liquid Retina XDR 显示屏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14.2英寸或16.2英寸显示屏</a:t>
            </a:r>
          </a:p>
          <a:p>
            <a:pPr lvl="1"/>
            <a:r>
              <a:t>原彩显示技术和P3广色域</a:t>
            </a:r>
          </a:p>
          <a:p>
            <a:r>
              <a:t>ProMotion 自适应刷新率技术</a:t>
            </a:r>
          </a:p>
          <a:p>
            <a:pPr lvl="1"/>
            <a:r>
              <a:t>最高支持120Hz刷新率</a:t>
            </a:r>
          </a:p>
          <a:p>
            <a:r>
              <a:t>极致对比度</a:t>
            </a:r>
          </a:p>
          <a:p>
            <a:pPr lvl="1"/>
            <a:r>
              <a:t>1,000,000:1对比度</a:t>
            </a:r>
          </a:p>
          <a:p>
            <a:r>
              <a:t>XDR亮度</a:t>
            </a:r>
          </a:p>
          <a:p>
            <a:pPr lvl="1"/>
            <a:r>
              <a:t>1000尼特持续亮度，1600尼特峰值亮度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设计与续航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精致的铝金属一体式机身</a:t>
            </a:r>
          </a:p>
          <a:p>
            <a:pPr lvl="1"/>
            <a:r>
              <a:t>提供深空灰和银色两种配色</a:t>
            </a:r>
          </a:p>
          <a:p>
            <a:r>
              <a:t>背光妙控键盘</a:t>
            </a:r>
          </a:p>
          <a:p>
            <a:pPr lvl="1"/>
            <a:r>
              <a:t>支持全尺寸功能键和触控ID</a:t>
            </a:r>
          </a:p>
          <a:p>
            <a:r>
              <a:t>卓越的续航表现</a:t>
            </a:r>
          </a:p>
          <a:p>
            <a:pPr lvl="1"/>
            <a:r>
              <a:t>14英寸：最长18小时</a:t>
            </a:r>
          </a:p>
          <a:p>
            <a:pPr lvl="1"/>
            <a:r>
              <a:t>16英寸：最长22小时</a:t>
            </a:r>
          </a:p>
          <a:p>
            <a:pPr lvl="1"/>
            <a:r>
              <a:t>MagSafe 3 快速充电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技术规格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处理器：M3 Pro / M3 Max</a:t>
            </a:r>
          </a:p>
          <a:p>
            <a:r>
              <a:t>内存：18GB - 128GB 统一内存</a:t>
            </a:r>
          </a:p>
          <a:p>
            <a:r>
              <a:t>存储：512GB - 8TB SSD</a:t>
            </a:r>
          </a:p>
          <a:p>
            <a:r>
              <a:t>端口：</a:t>
            </a:r>
          </a:p>
          <a:p>
            <a:pPr lvl="1"/>
            <a:r>
              <a:t>3个Thunderbolt 4 (USB-C) 端口</a:t>
            </a:r>
          </a:p>
          <a:p>
            <a:pPr lvl="1"/>
            <a:r>
              <a:t>HDMI端口、SDXC卡槽</a:t>
            </a:r>
          </a:p>
          <a:p>
            <a:pPr lvl="1"/>
            <a:r>
              <a:t>MagSafe 3充电端口、3.5mm耳机插孔</a:t>
            </a:r>
          </a:p>
          <a:p>
            <a:r>
              <a:t>无线连接：Wi-Fi 6E、蓝牙5.3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适用场景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视频剪辑与制作</a:t>
            </a:r>
          </a:p>
          <a:p>
            <a:pPr lvl="1"/>
            <a:r>
              <a:t>流畅处理4K/8K视频，支持多轨道编辑</a:t>
            </a:r>
          </a:p>
          <a:p>
            <a:r>
              <a:t>3D渲染与设计</a:t>
            </a:r>
          </a:p>
          <a:p>
            <a:pPr lvl="1"/>
            <a:r>
              <a:t>强大的GPU性能，适合建模和渲染工作</a:t>
            </a:r>
          </a:p>
          <a:p>
            <a:r>
              <a:t>软件开发</a:t>
            </a:r>
          </a:p>
          <a:p>
            <a:pPr lvl="1"/>
            <a:r>
              <a:t>快速编译，支持虚拟机和容器</a:t>
            </a:r>
          </a:p>
          <a:p>
            <a:r>
              <a:t>音乐制作</a:t>
            </a:r>
          </a:p>
          <a:p>
            <a:pPr lvl="1"/>
            <a:r>
              <a:t>低延迟音频处理，支持大量插件和轨道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如何选择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14英寸 MacBook Pro</a:t>
            </a:r>
          </a:p>
          <a:p>
            <a:pPr lvl="1"/>
            <a:r>
              <a:t>便携性更佳，适合移动办公</a:t>
            </a:r>
          </a:p>
          <a:p>
            <a:pPr lvl="1"/>
            <a:r>
              <a:t>起售价：¥15,999</a:t>
            </a:r>
          </a:p>
          <a:p>
            <a:r>
              <a:t>16英寸 MacBook Pro</a:t>
            </a:r>
          </a:p>
          <a:p>
            <a:pPr lvl="1"/>
            <a:r>
              <a:t>更大屏幕和更长续航，适合固定工作站</a:t>
            </a:r>
          </a:p>
          <a:p>
            <a:pPr lvl="1"/>
            <a:r>
              <a:t>起售价：¥19,999</a:t>
            </a:r>
          </a:p>
          <a:p>
            <a:r>
              <a:t>芯片选择建议</a:t>
            </a:r>
          </a:p>
          <a:p>
            <a:pPr lvl="1"/>
            <a:r>
              <a:t>M3 Pro：适合日常专业工作</a:t>
            </a:r>
          </a:p>
          <a:p>
            <a:pPr lvl="1"/>
            <a:r>
              <a:t>M3 Max：适合极限性能需求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MacBook Pro是专业人士的理想选择</a:t>
            </a:r>
          </a:p>
          <a:p>
            <a:pPr lvl="1"/>
            <a:r>
              <a:t>卓越的性能和能效</a:t>
            </a:r>
          </a:p>
          <a:p>
            <a:pPr lvl="1"/>
            <a:r>
              <a:t>专业级显示屏和音频</a:t>
            </a:r>
          </a:p>
          <a:p>
            <a:pPr lvl="1"/>
            <a:r>
              <a:t>丰富的端口和超长续航</a:t>
            </a:r>
          </a:p>
          <a:p>
            <a:pPr lvl="1"/>
            <a:r>
              <a:t>macOS生态系统的完美整合</a:t>
            </a:r>
          </a:p>
          <a:p/>
          <a:p>
            <a:r>
              <a:t>无论是创意工作还是技术开发，</a:t>
            </a:r>
          </a:p>
          <a:p>
            <a:r>
              <a:t>MacBook Pro都能提供出色的体验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