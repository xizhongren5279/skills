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5728" y="1647825"/>
            <a:ext cx="435254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752"/>
              </a:spcBef>
              <a:spcAft>
                <a:spcPts val="1600"/>
              </a:spcAft>
              <a:buNone/>
            </a:pPr>
            <a:r>
              <a:rPr lang="en-US" sz="5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MacBook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395728" y="2771775"/>
            <a:ext cx="43525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创新设计与卓越性能的完美结合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395728" y="3429000"/>
            <a:ext cx="43525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MacBook 产品介绍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0071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5313"/>
            <a:ext cx="18653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产品特点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系列芯片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33525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自研芯片,带来卓越性能和能效,续航长达 18 小时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984325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 显示屏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374850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超高清 Retina 显示屏,呈现令人惊叹的色彩和细节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825651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轻薄设计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3216176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一体化铝合金机身,轻巧便携,坚固耐用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3666976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950" y="4057501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功能强大且直观易用的操作系统,与其他 Apple 设备无缝协作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D1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5313"/>
            <a:ext cx="406806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MacBook 系列对比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MacBook 产品介绍</dc:title>
  <dc:subject>PptxGenJS Presentation</dc:subject>
  <dc:creator>Claude</dc:creator>
  <cp:lastModifiedBy>Claude</cp:lastModifiedBy>
  <cp:revision>1</cp:revision>
  <dcterms:created xsi:type="dcterms:W3CDTF">2026-01-16T15:04:56Z</dcterms:created>
  <dcterms:modified xsi:type="dcterms:W3CDTF">2026-01-16T15:04:56Z</dcterms:modified>
</cp:coreProperties>
</file>